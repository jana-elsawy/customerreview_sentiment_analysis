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559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9AE"/>
                </a:solidFill>
              </a:rPr>
              <a:t>PREDICTING CUSTOMER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She Recommend It?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DA"/>
                </a:solidFill>
              </a:rPr>
              <a:t>NLP-driven analysis &amp; machine learning on 22,600+ women's clothing reviews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D96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BF"/>
                </a:solidFill>
              </a:rPr>
              <a:t>Demiana </a:t>
            </a:r>
            <a:r>
              <a:rPr lang="en-US" sz="1300" dirty="0" err="1">
                <a:solidFill>
                  <a:srgbClr val="9AA6BF"/>
                </a:solidFill>
              </a:rPr>
              <a:t>Morice</a:t>
            </a:r>
            <a:r>
              <a:rPr lang="en-US" sz="1300" dirty="0">
                <a:solidFill>
                  <a:srgbClr val="9AA6BF"/>
                </a:solidFill>
              </a:rPr>
              <a:t> •  Faculty of Science, Ain Shams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review's text predict a purchase recommendation?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23,486 real customer reviews of women's clothing: free text, star rating, age, product category, and a binary 'Recommended' flag.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82% of reviewers recommend the item they bought. Can we flag the 18% who won't — early, and from what they write?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Early detection of unhappy customers enables faster support response, smarter product/category insights, and better catalog decisions.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Clean &amp; Dedupe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NLP Preprocessing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D96C4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Text Embeddings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9788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D96C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 Fusion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 &amp; Tune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4692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92124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Explain &amp; Deploy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</a:rPr>
              <a:t>23,486 raw reviews  →  22,627 after cleaning/dedup  →  22,611 after NLP filtering  →  416 combined features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we removed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Dropped the unused index column and rows missing Review Text, Division, Department, or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Removed 1 exact duplicate row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Result: 22,627 clean rows across 10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we noted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Class balance: 82% recommended vs. 18% not recommended — a real-world imbalance handled with class-weighting during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Title kept ~13% missing (not used as a model feature)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text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Lowercase text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Strip URLs &amp; HTML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Remove digits &amp; punctuation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Strip emoji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6C4A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Tokenize (NLTK)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6C4A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Remove stopwords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6C4A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Lemmatize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1540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6C4A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</a:rPr>
              <a:t>Keep reviews with 3+ words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</a:rPr>
              <a:t>Cleaned reviews were then embedded with a pretrained sentence-transformer (all-MiniLM-L6-v2) into 384-dimensional vectors that capture semantic meaning.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Fusing text with structured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384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Semantic 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embedding dims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Numeric features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Rating, Age, Feedback 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D96C4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One-hot category dims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Division / Department /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97764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9776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42C"/>
                </a:solidFill>
              </a:rPr>
              <a:t>= 416-dimensional combined feature vector per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</a:rPr>
              <a:t>Numeric features standardized with StandardScaler; categories one-hot encoded.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68096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(class 0)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Random Forest (tuned)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XGBoost (tuned)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Voting Ensemble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Stacking Ensemble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3736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EAF2F0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7A6C"/>
                </a:solidFill>
              </a:rPr>
              <a:t>Class 0 = 'Not Recommended'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F7A6C"/>
                </a:solidFill>
              </a:rPr>
              <a:t>(the minority, harder class)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697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42C"/>
                </a:solidFill>
              </a:rPr>
              <a:t>XGBoost (tuned) gives the best balance of accuracy and recall on the minority class — selected as the primary model.</a:t>
            </a:r>
            <a:endParaRPr lang="en-US" sz="1250" dirty="0"/>
          </a:p>
        </p:txBody>
      </p:sp>
      <p:sp>
        <p:nvSpPr>
          <p:cNvPr id="4" name="Text 5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</a:rPr>
              <a:t>All models trained with class-weighting / scale_pos_weight to address the 82/18 imbalance. XGBoost hyperparameters tuned via RandomizedSearchCV (F1-optimized, 3-fold CV).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for overfitting &amp; tuning the decision threshold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Train vs. Test accuracy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23160"/>
          <a:ext cx="484632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XGBoost (tuned)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99.9%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94.1%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Voting Ensemble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96.7%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93.6%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Stacking Ensemble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93.6%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93.4%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206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XGBoost shows the widest train/test gap — a sign of some overfitting despite tuning, worth watching as new data arrives.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6" name="Text 6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Threshold tuning (Logistic Regression)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377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Default 0.5 threshold favors the majority class. Optimizing for class 0 (Not Recommended) via precision-recall curve: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200400"/>
          <a:ext cx="4846320" cy="1554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Tuned (0.69)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Precision (class 0)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Recall (class 0)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F1 (class 0)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model decide what it decides?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6C4A"/>
                </a:solidFill>
              </a:rPr>
              <a:t>SHAP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Explains TF-IDF + Logistic Regression predictions — surfaces which words push a review toward 'recommended' or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6C4A"/>
                </a:solidFill>
              </a:rPr>
              <a:t>LIME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Explains individual predictions in plain language — highlighted words show local reasoning for a single review.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6C4A"/>
                </a:solidFill>
              </a:rPr>
              <a:t>Permutation Importance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Rating dominates feature importance (0.14), far above any single embedding dimension — a key insight to caveat.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rating carries most of the predictive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CE6"/>
                </a:solidFill>
              </a:rPr>
              <a:t>Group permutation importance shows structured features (mainly Rating) account for ~0.63 of importance vs. ~0.036 for all 384 text-embedding dimensions combined. This makes sense — rating and recommendation are closely linked in how customers respond — but it means the text embeddings mainly add value for the harder, ambiguous cases where rating alone doesn't tell the full story.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436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6634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Takeaway: use the text-only model when rating isn't available yet (e.g., live typing before submission) — this is exactly the scenario the deployed app targets.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clustering of review themes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</a:rPr>
              <a:t>K-Means (k=6) on PCA-reduced embeddings groups reviews into recurring themes — fit &amp; flattery, jeans/denim, fabric quality, sizing complaints, and more.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3291841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Recommend Rate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Top words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2,960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beautiful, flattering, love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2,862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jean, comfortable, pair, fit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3,435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fabric, size, color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5,006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medium-high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dress, fit, love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3,333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lower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size, small, look, return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5,015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top, wear, great, color</a:t>
                      </a:r>
                      <a:endParaRPr lang="en-US" sz="125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notebook to a live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</a:rPr>
              <a:t>1. Lightweight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For deployment, text is vectorized with TF-IDF (self-contained, no large model download) instead of sentence-transformer embeddings — same cleaning steps, production-friendly.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2. Streamlit interface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E6"/>
                </a:solidFill>
              </a:rPr>
              <a:t>Users enter a review, rating, age, and category; the app returns a Recommended / Not Recommended prediction with a confidence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</a:rPr>
              <a:t>3. Ready to ship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Runs locally with one command, or deploys free on Streamlit Community Cloud with a public shareable link.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2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7A6C"/>
                </a:solidFill>
              </a:rPr>
              <a:t>What we achieved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94% accuracy predicting recommendation from review + metadata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Full NLP pipeline: cleaning, tokenizing, lemmatizing, embeddings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75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Model interpretability via SHAP, LIME &amp; permutation importance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1970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Unsupervised review-theme clustering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8188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Deployed as an interactive Streamlit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B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96C4A"/>
                </a:solidFill>
              </a:rPr>
              <a:t>Next steps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Fit the numeric scaler on the training split only, to fully close the leakage gap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04495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Try text-only vs. text+rating models to quantify rating's contribution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75818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Collect more minority-class examples to reduce train/test overfitting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447141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Add explanations (LIME) directly inside the deployed app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AC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demiana mories</cp:lastModifiedBy>
  <cp:revision>2</cp:revision>
  <dcterms:created xsi:type="dcterms:W3CDTF">2026-07-19T21:15:51Z</dcterms:created>
  <dcterms:modified xsi:type="dcterms:W3CDTF">2026-07-20T21:03:51Z</dcterms:modified>
</cp:coreProperties>
</file>